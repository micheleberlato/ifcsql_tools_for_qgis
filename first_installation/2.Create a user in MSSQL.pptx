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e Berlato" userId="120b03b3-ae22-489b-8994-c45e84bb8844" providerId="ADAL" clId="{D5497EAD-D908-4716-9203-39B0B4C25778}"/>
    <pc:docChg chg="custSel addSld modSld sldOrd">
      <pc:chgData name="Michele Berlato" userId="120b03b3-ae22-489b-8994-c45e84bb8844" providerId="ADAL" clId="{D5497EAD-D908-4716-9203-39B0B4C25778}" dt="2026-03-06T16:48:22.455" v="383" actId="20577"/>
      <pc:docMkLst>
        <pc:docMk/>
      </pc:docMkLst>
      <pc:sldChg chg="addSp modSp new mod">
        <pc:chgData name="Michele Berlato" userId="120b03b3-ae22-489b-8994-c45e84bb8844" providerId="ADAL" clId="{D5497EAD-D908-4716-9203-39B0B4C25778}" dt="2026-03-06T16:48:10.576" v="373" actId="20577"/>
        <pc:sldMkLst>
          <pc:docMk/>
          <pc:sldMk cId="3004942073" sldId="256"/>
        </pc:sldMkLst>
        <pc:spChg chg="mod">
          <ac:chgData name="Michele Berlato" userId="120b03b3-ae22-489b-8994-c45e84bb8844" providerId="ADAL" clId="{D5497EAD-D908-4716-9203-39B0B4C25778}" dt="2026-03-06T16:48:10.576" v="373" actId="20577"/>
          <ac:spMkLst>
            <pc:docMk/>
            <pc:sldMk cId="3004942073" sldId="256"/>
            <ac:spMk id="2" creationId="{645952D8-3ED6-6973-EB1E-8603166C102B}"/>
          </ac:spMkLst>
        </pc:spChg>
        <pc:picChg chg="add mod">
          <ac:chgData name="Michele Berlato" userId="120b03b3-ae22-489b-8994-c45e84bb8844" providerId="ADAL" clId="{D5497EAD-D908-4716-9203-39B0B4C25778}" dt="2026-03-05T13:51:22.036" v="2" actId="1076"/>
          <ac:picMkLst>
            <pc:docMk/>
            <pc:sldMk cId="3004942073" sldId="256"/>
            <ac:picMk id="4" creationId="{C4A4242D-9F35-FF2D-D168-27E5D35599BB}"/>
          </ac:picMkLst>
        </pc:picChg>
      </pc:sldChg>
      <pc:sldChg chg="addSp modSp new mod">
        <pc:chgData name="Michele Berlato" userId="120b03b3-ae22-489b-8994-c45e84bb8844" providerId="ADAL" clId="{D5497EAD-D908-4716-9203-39B0B4C25778}" dt="2026-03-06T16:48:17.556" v="381" actId="20577"/>
        <pc:sldMkLst>
          <pc:docMk/>
          <pc:sldMk cId="1777590333" sldId="257"/>
        </pc:sldMkLst>
        <pc:spChg chg="mod">
          <ac:chgData name="Michele Berlato" userId="120b03b3-ae22-489b-8994-c45e84bb8844" providerId="ADAL" clId="{D5497EAD-D908-4716-9203-39B0B4C25778}" dt="2026-03-06T16:48:17.556" v="381" actId="20577"/>
          <ac:spMkLst>
            <pc:docMk/>
            <pc:sldMk cId="1777590333" sldId="257"/>
            <ac:spMk id="2" creationId="{90593145-4B9E-4953-F6E5-EF1F162891E3}"/>
          </ac:spMkLst>
        </pc:spChg>
        <pc:picChg chg="add mod">
          <ac:chgData name="Michele Berlato" userId="120b03b3-ae22-489b-8994-c45e84bb8844" providerId="ADAL" clId="{D5497EAD-D908-4716-9203-39B0B4C25778}" dt="2026-03-05T13:52:56.040" v="31" actId="1076"/>
          <ac:picMkLst>
            <pc:docMk/>
            <pc:sldMk cId="1777590333" sldId="257"/>
            <ac:picMk id="4" creationId="{34364135-8BB8-7ECE-0F4F-F73A8798BEB0}"/>
          </ac:picMkLst>
        </pc:picChg>
      </pc:sldChg>
      <pc:sldChg chg="addSp modSp new mod">
        <pc:chgData name="Michele Berlato" userId="120b03b3-ae22-489b-8994-c45e84bb8844" providerId="ADAL" clId="{D5497EAD-D908-4716-9203-39B0B4C25778}" dt="2026-03-06T16:48:22.455" v="383" actId="20577"/>
        <pc:sldMkLst>
          <pc:docMk/>
          <pc:sldMk cId="4090287149" sldId="258"/>
        </pc:sldMkLst>
        <pc:spChg chg="mod">
          <ac:chgData name="Michele Berlato" userId="120b03b3-ae22-489b-8994-c45e84bb8844" providerId="ADAL" clId="{D5497EAD-D908-4716-9203-39B0B4C25778}" dt="2026-03-06T16:48:22.455" v="383" actId="20577"/>
          <ac:spMkLst>
            <pc:docMk/>
            <pc:sldMk cId="4090287149" sldId="258"/>
            <ac:spMk id="2" creationId="{19AD7F83-A3BA-9B2A-3F3B-686EAE1A0C19}"/>
          </ac:spMkLst>
        </pc:spChg>
        <pc:picChg chg="add mod">
          <ac:chgData name="Michele Berlato" userId="120b03b3-ae22-489b-8994-c45e84bb8844" providerId="ADAL" clId="{D5497EAD-D908-4716-9203-39B0B4C25778}" dt="2026-03-05T13:54:41.511" v="36" actId="1076"/>
          <ac:picMkLst>
            <pc:docMk/>
            <pc:sldMk cId="4090287149" sldId="258"/>
            <ac:picMk id="4" creationId="{61FE409E-0B3D-A30A-9217-A0264F988795}"/>
          </ac:picMkLst>
        </pc:picChg>
      </pc:sldChg>
      <pc:sldChg chg="addSp modSp new mod">
        <pc:chgData name="Michele Berlato" userId="120b03b3-ae22-489b-8994-c45e84bb8844" providerId="ADAL" clId="{D5497EAD-D908-4716-9203-39B0B4C25778}" dt="2026-03-05T13:55:43.352" v="59" actId="20577"/>
        <pc:sldMkLst>
          <pc:docMk/>
          <pc:sldMk cId="867183622" sldId="259"/>
        </pc:sldMkLst>
        <pc:spChg chg="mod">
          <ac:chgData name="Michele Berlato" userId="120b03b3-ae22-489b-8994-c45e84bb8844" providerId="ADAL" clId="{D5497EAD-D908-4716-9203-39B0B4C25778}" dt="2026-03-05T13:55:43.352" v="59" actId="20577"/>
          <ac:spMkLst>
            <pc:docMk/>
            <pc:sldMk cId="867183622" sldId="259"/>
            <ac:spMk id="2" creationId="{B8F0985A-5654-54FA-BF8D-FA82F5622CFD}"/>
          </ac:spMkLst>
        </pc:spChg>
        <pc:picChg chg="add mod">
          <ac:chgData name="Michele Berlato" userId="120b03b3-ae22-489b-8994-c45e84bb8844" providerId="ADAL" clId="{D5497EAD-D908-4716-9203-39B0B4C25778}" dt="2026-03-05T13:55:41.224" v="54" actId="1076"/>
          <ac:picMkLst>
            <pc:docMk/>
            <pc:sldMk cId="867183622" sldId="259"/>
            <ac:picMk id="4" creationId="{A0CE0D55-4F7F-34DA-B1E9-1B1C9F54B3E4}"/>
          </ac:picMkLst>
        </pc:picChg>
      </pc:sldChg>
      <pc:sldChg chg="addSp modSp new mod">
        <pc:chgData name="Michele Berlato" userId="120b03b3-ae22-489b-8994-c45e84bb8844" providerId="ADAL" clId="{D5497EAD-D908-4716-9203-39B0B4C25778}" dt="2026-03-05T13:57:41.981" v="79" actId="20577"/>
        <pc:sldMkLst>
          <pc:docMk/>
          <pc:sldMk cId="1327738067" sldId="260"/>
        </pc:sldMkLst>
        <pc:spChg chg="mod">
          <ac:chgData name="Michele Berlato" userId="120b03b3-ae22-489b-8994-c45e84bb8844" providerId="ADAL" clId="{D5497EAD-D908-4716-9203-39B0B4C25778}" dt="2026-03-05T13:57:41.981" v="79" actId="20577"/>
          <ac:spMkLst>
            <pc:docMk/>
            <pc:sldMk cId="1327738067" sldId="260"/>
            <ac:spMk id="2" creationId="{F8F13F11-999F-CD7A-E5EA-1AB130899447}"/>
          </ac:spMkLst>
        </pc:spChg>
        <pc:picChg chg="add mod">
          <ac:chgData name="Michele Berlato" userId="120b03b3-ae22-489b-8994-c45e84bb8844" providerId="ADAL" clId="{D5497EAD-D908-4716-9203-39B0B4C25778}" dt="2026-03-05T13:57:36.531" v="64" actId="1076"/>
          <ac:picMkLst>
            <pc:docMk/>
            <pc:sldMk cId="1327738067" sldId="260"/>
            <ac:picMk id="4" creationId="{1D782A60-52BA-B3C0-6EAA-646A3489CB08}"/>
          </ac:picMkLst>
        </pc:picChg>
      </pc:sldChg>
      <pc:sldChg chg="addSp modSp new mod">
        <pc:chgData name="Michele Berlato" userId="120b03b3-ae22-489b-8994-c45e84bb8844" providerId="ADAL" clId="{D5497EAD-D908-4716-9203-39B0B4C25778}" dt="2026-03-05T14:05:54.300" v="95" actId="20577"/>
        <pc:sldMkLst>
          <pc:docMk/>
          <pc:sldMk cId="3294983570" sldId="261"/>
        </pc:sldMkLst>
        <pc:spChg chg="mod">
          <ac:chgData name="Michele Berlato" userId="120b03b3-ae22-489b-8994-c45e84bb8844" providerId="ADAL" clId="{D5497EAD-D908-4716-9203-39B0B4C25778}" dt="2026-03-05T14:05:54.300" v="95" actId="20577"/>
          <ac:spMkLst>
            <pc:docMk/>
            <pc:sldMk cId="3294983570" sldId="261"/>
            <ac:spMk id="2" creationId="{5520E799-DC6A-BF88-7D08-30E5E4D6AEA6}"/>
          </ac:spMkLst>
        </pc:spChg>
        <pc:picChg chg="add mod">
          <ac:chgData name="Michele Berlato" userId="120b03b3-ae22-489b-8994-c45e84bb8844" providerId="ADAL" clId="{D5497EAD-D908-4716-9203-39B0B4C25778}" dt="2026-03-05T14:05:33.174" v="82" actId="1076"/>
          <ac:picMkLst>
            <pc:docMk/>
            <pc:sldMk cId="3294983570" sldId="261"/>
            <ac:picMk id="4" creationId="{FF53C913-F139-0EBA-0795-B613D08A706E}"/>
          </ac:picMkLst>
        </pc:picChg>
      </pc:sldChg>
      <pc:sldChg chg="addSp delSp modSp add mod">
        <pc:chgData name="Michele Berlato" userId="120b03b3-ae22-489b-8994-c45e84bb8844" providerId="ADAL" clId="{D5497EAD-D908-4716-9203-39B0B4C25778}" dt="2026-03-05T14:07:13.484" v="180" actId="14100"/>
        <pc:sldMkLst>
          <pc:docMk/>
          <pc:sldMk cId="3096807731" sldId="262"/>
        </pc:sldMkLst>
        <pc:spChg chg="mod">
          <ac:chgData name="Michele Berlato" userId="120b03b3-ae22-489b-8994-c45e84bb8844" providerId="ADAL" clId="{D5497EAD-D908-4716-9203-39B0B4C25778}" dt="2026-03-05T14:07:13.484" v="180" actId="14100"/>
          <ac:spMkLst>
            <pc:docMk/>
            <pc:sldMk cId="3096807731" sldId="262"/>
            <ac:spMk id="2" creationId="{F8EA647F-9268-8347-8989-0836986B64AF}"/>
          </ac:spMkLst>
        </pc:spChg>
        <pc:picChg chg="del">
          <ac:chgData name="Michele Berlato" userId="120b03b3-ae22-489b-8994-c45e84bb8844" providerId="ADAL" clId="{D5497EAD-D908-4716-9203-39B0B4C25778}" dt="2026-03-05T14:06:31.289" v="97" actId="478"/>
          <ac:picMkLst>
            <pc:docMk/>
            <pc:sldMk cId="3096807731" sldId="262"/>
            <ac:picMk id="4" creationId="{A82056E1-5439-76D1-AD91-A180B2A17B7D}"/>
          </ac:picMkLst>
        </pc:picChg>
        <pc:picChg chg="add mod">
          <ac:chgData name="Michele Berlato" userId="120b03b3-ae22-489b-8994-c45e84bb8844" providerId="ADAL" clId="{D5497EAD-D908-4716-9203-39B0B4C25778}" dt="2026-03-05T14:06:37.960" v="101" actId="1076"/>
          <ac:picMkLst>
            <pc:docMk/>
            <pc:sldMk cId="3096807731" sldId="262"/>
            <ac:picMk id="5" creationId="{8361B069-771F-1D0A-ED3D-7D09965B8E40}"/>
          </ac:picMkLst>
        </pc:picChg>
      </pc:sldChg>
      <pc:sldChg chg="addSp modSp new mod">
        <pc:chgData name="Michele Berlato" userId="120b03b3-ae22-489b-8994-c45e84bb8844" providerId="ADAL" clId="{D5497EAD-D908-4716-9203-39B0B4C25778}" dt="2026-03-05T14:23:59.632" v="326" actId="1076"/>
        <pc:sldMkLst>
          <pc:docMk/>
          <pc:sldMk cId="3301054227" sldId="263"/>
        </pc:sldMkLst>
        <pc:spChg chg="mod">
          <ac:chgData name="Michele Berlato" userId="120b03b3-ae22-489b-8994-c45e84bb8844" providerId="ADAL" clId="{D5497EAD-D908-4716-9203-39B0B4C25778}" dt="2026-03-05T14:23:52.910" v="325" actId="20577"/>
          <ac:spMkLst>
            <pc:docMk/>
            <pc:sldMk cId="3301054227" sldId="263"/>
            <ac:spMk id="2" creationId="{44D57F28-016D-3B04-9736-A2C3400A7CCA}"/>
          </ac:spMkLst>
        </pc:spChg>
        <pc:picChg chg="add mod">
          <ac:chgData name="Michele Berlato" userId="120b03b3-ae22-489b-8994-c45e84bb8844" providerId="ADAL" clId="{D5497EAD-D908-4716-9203-39B0B4C25778}" dt="2026-03-05T14:23:59.632" v="326" actId="1076"/>
          <ac:picMkLst>
            <pc:docMk/>
            <pc:sldMk cId="3301054227" sldId="263"/>
            <ac:picMk id="4" creationId="{7C7DA2DC-2A72-422D-57D5-9D912CFD06E8}"/>
          </ac:picMkLst>
        </pc:picChg>
      </pc:sldChg>
      <pc:sldChg chg="addSp modSp new mod ord">
        <pc:chgData name="Michele Berlato" userId="120b03b3-ae22-489b-8994-c45e84bb8844" providerId="ADAL" clId="{D5497EAD-D908-4716-9203-39B0B4C25778}" dt="2026-03-06T16:47:25.820" v="327" actId="1076"/>
        <pc:sldMkLst>
          <pc:docMk/>
          <pc:sldMk cId="2185526827" sldId="264"/>
        </pc:sldMkLst>
        <pc:spChg chg="mod">
          <ac:chgData name="Michele Berlato" userId="120b03b3-ae22-489b-8994-c45e84bb8844" providerId="ADAL" clId="{D5497EAD-D908-4716-9203-39B0B4C25778}" dt="2026-03-05T14:16:35.544" v="227" actId="20577"/>
          <ac:spMkLst>
            <pc:docMk/>
            <pc:sldMk cId="2185526827" sldId="264"/>
            <ac:spMk id="2" creationId="{C2C88BFF-687B-70BA-4001-57DEF60EC66C}"/>
          </ac:spMkLst>
        </pc:spChg>
        <pc:picChg chg="add mod">
          <ac:chgData name="Michele Berlato" userId="120b03b3-ae22-489b-8994-c45e84bb8844" providerId="ADAL" clId="{D5497EAD-D908-4716-9203-39B0B4C25778}" dt="2026-03-06T16:47:25.820" v="327" actId="1076"/>
          <ac:picMkLst>
            <pc:docMk/>
            <pc:sldMk cId="2185526827" sldId="264"/>
            <ac:picMk id="4" creationId="{00345AF8-AAA1-7A40-200C-8C943F4651D3}"/>
          </ac:picMkLst>
        </pc:picChg>
      </pc:sldChg>
      <pc:sldChg chg="addSp modSp new mod">
        <pc:chgData name="Michele Berlato" userId="120b03b3-ae22-489b-8994-c45e84bb8844" providerId="ADAL" clId="{D5497EAD-D908-4716-9203-39B0B4C25778}" dt="2026-03-05T14:17:31.385" v="252" actId="20577"/>
        <pc:sldMkLst>
          <pc:docMk/>
          <pc:sldMk cId="1423063849" sldId="265"/>
        </pc:sldMkLst>
        <pc:spChg chg="mod">
          <ac:chgData name="Michele Berlato" userId="120b03b3-ae22-489b-8994-c45e84bb8844" providerId="ADAL" clId="{D5497EAD-D908-4716-9203-39B0B4C25778}" dt="2026-03-05T14:17:31.385" v="252" actId="20577"/>
          <ac:spMkLst>
            <pc:docMk/>
            <pc:sldMk cId="1423063849" sldId="265"/>
            <ac:spMk id="2" creationId="{203C2838-3784-5CB8-822A-9553F857CDB8}"/>
          </ac:spMkLst>
        </pc:spChg>
        <pc:picChg chg="add mod">
          <ac:chgData name="Michele Berlato" userId="120b03b3-ae22-489b-8994-c45e84bb8844" providerId="ADAL" clId="{D5497EAD-D908-4716-9203-39B0B4C25778}" dt="2026-03-05T14:17:17.920" v="231" actId="14100"/>
          <ac:picMkLst>
            <pc:docMk/>
            <pc:sldMk cId="1423063849" sldId="265"/>
            <ac:picMk id="4" creationId="{277832B0-8B9F-FD0F-22E8-5C7F479737A8}"/>
          </ac:picMkLst>
        </pc:picChg>
      </pc:sldChg>
      <pc:sldChg chg="addSp modSp new mod">
        <pc:chgData name="Michele Berlato" userId="120b03b3-ae22-489b-8994-c45e84bb8844" providerId="ADAL" clId="{D5497EAD-D908-4716-9203-39B0B4C25778}" dt="2026-03-05T14:18:34.368" v="270" actId="20577"/>
        <pc:sldMkLst>
          <pc:docMk/>
          <pc:sldMk cId="2619475460" sldId="266"/>
        </pc:sldMkLst>
        <pc:spChg chg="mod">
          <ac:chgData name="Michele Berlato" userId="120b03b3-ae22-489b-8994-c45e84bb8844" providerId="ADAL" clId="{D5497EAD-D908-4716-9203-39B0B4C25778}" dt="2026-03-05T14:18:34.368" v="270" actId="20577"/>
          <ac:spMkLst>
            <pc:docMk/>
            <pc:sldMk cId="2619475460" sldId="266"/>
            <ac:spMk id="2" creationId="{09B8F53D-1191-5785-27A7-5E78721CCEA8}"/>
          </ac:spMkLst>
        </pc:spChg>
        <pc:picChg chg="add mod">
          <ac:chgData name="Michele Berlato" userId="120b03b3-ae22-489b-8994-c45e84bb8844" providerId="ADAL" clId="{D5497EAD-D908-4716-9203-39B0B4C25778}" dt="2026-03-05T14:18:26.032" v="255" actId="1076"/>
          <ac:picMkLst>
            <pc:docMk/>
            <pc:sldMk cId="2619475460" sldId="266"/>
            <ac:picMk id="4" creationId="{E236AED7-D8EA-4280-BB83-9262B6E7809D}"/>
          </ac:picMkLst>
        </pc:picChg>
      </pc:sldChg>
      <pc:sldChg chg="addSp modSp new mod">
        <pc:chgData name="Michele Berlato" userId="120b03b3-ae22-489b-8994-c45e84bb8844" providerId="ADAL" clId="{D5497EAD-D908-4716-9203-39B0B4C25778}" dt="2026-03-06T16:47:46.751" v="340" actId="20577"/>
        <pc:sldMkLst>
          <pc:docMk/>
          <pc:sldMk cId="2623619204" sldId="267"/>
        </pc:sldMkLst>
        <pc:spChg chg="mod">
          <ac:chgData name="Michele Berlato" userId="120b03b3-ae22-489b-8994-c45e84bb8844" providerId="ADAL" clId="{D5497EAD-D908-4716-9203-39B0B4C25778}" dt="2026-03-06T16:47:46.751" v="340" actId="20577"/>
          <ac:spMkLst>
            <pc:docMk/>
            <pc:sldMk cId="2623619204" sldId="267"/>
            <ac:spMk id="2" creationId="{4470240A-43DB-422E-6C03-D6F9C88AFB4D}"/>
          </ac:spMkLst>
        </pc:spChg>
        <pc:picChg chg="add mod">
          <ac:chgData name="Michele Berlato" userId="120b03b3-ae22-489b-8994-c45e84bb8844" providerId="ADAL" clId="{D5497EAD-D908-4716-9203-39B0B4C25778}" dt="2026-03-05T14:19:07.895" v="274" actId="14100"/>
          <ac:picMkLst>
            <pc:docMk/>
            <pc:sldMk cId="2623619204" sldId="267"/>
            <ac:picMk id="4" creationId="{CDDC7AAA-7A62-95B1-18A2-F70D0282A52F}"/>
          </ac:picMkLst>
        </pc:picChg>
      </pc:sldChg>
      <pc:sldChg chg="addSp modSp new mod">
        <pc:chgData name="Michele Berlato" userId="120b03b3-ae22-489b-8994-c45e84bb8844" providerId="ADAL" clId="{D5497EAD-D908-4716-9203-39B0B4C25778}" dt="2026-03-06T16:47:53.916" v="351" actId="20577"/>
        <pc:sldMkLst>
          <pc:docMk/>
          <pc:sldMk cId="2432805681" sldId="268"/>
        </pc:sldMkLst>
        <pc:spChg chg="mod">
          <ac:chgData name="Michele Berlato" userId="120b03b3-ae22-489b-8994-c45e84bb8844" providerId="ADAL" clId="{D5497EAD-D908-4716-9203-39B0B4C25778}" dt="2026-03-06T16:47:53.916" v="351" actId="20577"/>
          <ac:spMkLst>
            <pc:docMk/>
            <pc:sldMk cId="2432805681" sldId="268"/>
            <ac:spMk id="2" creationId="{43B0CDE3-B7C0-EB00-5677-69E1FB19662A}"/>
          </ac:spMkLst>
        </pc:spChg>
        <pc:picChg chg="add mod">
          <ac:chgData name="Michele Berlato" userId="120b03b3-ae22-489b-8994-c45e84bb8844" providerId="ADAL" clId="{D5497EAD-D908-4716-9203-39B0B4C25778}" dt="2026-03-05T14:19:59.047" v="286" actId="14100"/>
          <ac:picMkLst>
            <pc:docMk/>
            <pc:sldMk cId="2432805681" sldId="268"/>
            <ac:picMk id="4" creationId="{5CF0034B-9408-03FE-2FB7-BE83BDAE4DD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20A937-6684-536B-AB0A-8E974264F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70785DE-C7D6-AF39-632A-D0A16AB5C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9FC15FD-4BA3-A152-1821-D25BD85E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10E6-5C49-41C8-BE2D-6650F3CD041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6EE935-5E81-2F5A-2E7F-B144B2C71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D07531-71AB-5D31-647D-6261F2551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0663-7218-45B2-AD01-C103D9F0BD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1063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DF3BD5-800F-C88B-8CE1-673DD7E40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869E2B-3DAE-996F-A034-3A52E8A43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16D43B-C750-F10C-3344-6EFDC90D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10E6-5C49-41C8-BE2D-6650F3CD041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24E488-E5D7-6AE1-452C-BDC65D9F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3EB86B-1795-817E-8526-A150565D5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0663-7218-45B2-AD01-C103D9F0BD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36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BB5523-7AA4-4821-84DD-EF7F11C2A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FF70EC4-0E92-AEEF-B98C-0E22478A3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3373E06-B87A-2D5E-2AAD-AC98185E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10E6-5C49-41C8-BE2D-6650F3CD041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E0F034-29E4-27AE-C72A-436E5C541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1872089-70F7-5658-71D6-E8080D9D6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0663-7218-45B2-AD01-C103D9F0BD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455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B5CA7B-72C7-F5E1-BD78-F9978E841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C869D1-75C7-36C2-2B86-B19E93B6B0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D6F402A-A034-2202-C9C7-A6E82F72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AEB066-4128-BE60-1EA5-9613D410B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10E6-5C49-41C8-BE2D-6650F3CD041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60151C-A53D-2E7D-8C69-F587D35DC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AD577AA-791E-30CA-EC5B-189AC6010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0663-7218-45B2-AD01-C103D9F0BD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6332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0C64B6-AE0F-DDA9-9310-7AECCA629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6F61A78-B5E4-733E-4FE8-CE6CBF098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DE7125A-ECB5-7CC4-A37B-73CDFD953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BC50281-AD8E-3B19-9321-A962EAF38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8F3465A-F5DE-E357-EFE4-59EB3AAC6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8CEAB7F-2DAD-4E95-07EB-C9E1753B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10E6-5C49-41C8-BE2D-6650F3CD041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87A25B2-7D0D-31EB-D782-8F4667CA6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4F3958E-DCF6-BD53-4FF6-BE830428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0663-7218-45B2-AD01-C103D9F0BD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468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62C799-826B-2231-395C-A3E04C710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A2747B6-8035-0B04-BB5B-51A11F9A2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10E6-5C49-41C8-BE2D-6650F3CD041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79B4B55-8FBB-BE38-4FD5-DE869F0A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1FCF09-B1A7-BC0A-369A-05FD74BE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0663-7218-45B2-AD01-C103D9F0BD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0166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9EE841F-0B41-639B-EB41-EB088D42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10E6-5C49-41C8-BE2D-6650F3CD041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269820E-707B-D977-47D7-1CEF014B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9E6F7AF-0A5A-B387-8757-4F242F87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0663-7218-45B2-AD01-C103D9F0BD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1416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AC6871-0A97-8AFE-D513-50982111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ACB7DA-5CB1-F17F-E5DF-E9AB6BFA8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65B1855-9942-1D1E-1988-D4FA05CFA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9A112C7-AE83-0791-347B-8178D4A93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10E6-5C49-41C8-BE2D-6650F3CD041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8E1F4C4-3B9E-1454-4C93-87D6A45CF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4DFD9A1-D040-7A08-B560-130326D3C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0663-7218-45B2-AD01-C103D9F0BD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2308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8E3834-8F15-C861-CFBB-1C6DE02A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FE9859E-0DE0-5092-38D8-183C3E18C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BA743F3-B0F1-036B-277E-D3383D83C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691097-5360-10E4-1F86-F38FE5643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10E6-5C49-41C8-BE2D-6650F3CD041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07E8FB7-841D-19A0-7FDF-F18DC9248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A92A11F-C1DC-048F-9A0D-9C6DC088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0663-7218-45B2-AD01-C103D9F0BD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844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58FB26-1050-C40B-2890-5FA974CAC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52F3C26-497E-5B6C-EA5F-BCCD91E11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49BF0D4-426D-AA90-66BC-D39ABF1D2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10E6-5C49-41C8-BE2D-6650F3CD041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005D66-DACF-E17F-889B-60DD88109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3A0EFC-A559-72F6-9784-F745762D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0663-7218-45B2-AD01-C103D9F0BD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9475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24D60E3-1581-BF88-D22B-C67D4F8A62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D3F3CA0-6746-05CA-DE3E-F66888FE0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BFC71D-5644-8518-66F3-1F2D8E32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10E6-5C49-41C8-BE2D-6650F3CD041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6C96D-8E7F-A951-06F6-B57FE08F3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5A2B7C-9C45-32B4-8FC4-A9684BD8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0663-7218-45B2-AD01-C103D9F0BD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511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DC7BEA0-06B4-ED78-C41B-AD32DEE75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A9FEEB6-37D6-6558-7BBE-8FFE32CC8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6E4EA96-020E-1121-9E8F-346173910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A10E6-5C49-41C8-BE2D-6650F3CD041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27E40A-1A9A-AB22-81F0-A9796CC8F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D7DECA-B978-2B38-0758-4C52C55C4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B0663-7218-45B2-AD01-C103D9F0BD4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2813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C88BFF-687B-70BA-4001-57DEF60E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SQL server </a:t>
            </a:r>
            <a:r>
              <a:rPr lang="it-IT" dirty="0" err="1"/>
              <a:t>configuration</a:t>
            </a:r>
            <a:r>
              <a:rPr lang="it-IT" dirty="0"/>
              <a:t> manager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345AF8-AAA1-7A40-200C-8C943F465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49" y="1612867"/>
            <a:ext cx="6623351" cy="499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2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3C2838-3784-5CB8-822A-9553F857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Property</a:t>
            </a:r>
            <a:r>
              <a:rPr lang="it-IT" dirty="0"/>
              <a:t> SQLEXPRESS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77832B0-8B9F-FD0F-22E8-5C7F47973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513" y="1690688"/>
            <a:ext cx="6573189" cy="493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63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B8F53D-1191-5785-27A7-5E78721CC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Port TCP 1433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236AED7-D8EA-4280-BB83-9262B6E78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751" y="507257"/>
            <a:ext cx="4963218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7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70240A-43DB-422E-6C03-D6F9C88A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Enable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DDC7AAA-7A62-95B1-18A2-F70D0282A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59" y="1320800"/>
            <a:ext cx="7003836" cy="525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19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B0CDE3-B7C0-EB00-5677-69E1FB196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Reload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CF0034B-9408-03FE-2FB7-BE83BDAE4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560" y="1179760"/>
            <a:ext cx="7070339" cy="531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805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5952D8-3ED6-6973-EB1E-8603166C1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Login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4A4242D-9F35-FF2D-D168-27E5D3559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721" y="365125"/>
            <a:ext cx="6277851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4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593145-4B9E-4953-F6E5-EF1F1628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New user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4364135-8BB8-7ECE-0F4F-F73A8798B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092" y="365125"/>
            <a:ext cx="6810820" cy="596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90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AD7F83-A3BA-9B2A-3F3B-686EAE1A0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Name</a:t>
            </a:r>
            <a:br>
              <a:rPr lang="it-IT" dirty="0"/>
            </a:br>
            <a:r>
              <a:rPr lang="it-IT" dirty="0"/>
              <a:t>Password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1FE409E-0B3D-A30A-9217-A0264F988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392" y="416560"/>
            <a:ext cx="6996164" cy="602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87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F0985A-5654-54FA-BF8D-FA82F5622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Admin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0CE0D55-4F7F-34DA-B1E9-1B1C9F54B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676" y="431800"/>
            <a:ext cx="6971589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83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F13F11-999F-CD7A-E5EA-1AB13089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Mapping </a:t>
            </a:r>
            <a:r>
              <a:rPr lang="it-IT" dirty="0" err="1"/>
              <a:t>ifcSQL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D782A60-52BA-B3C0-6EAA-646A3489C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035" y="539115"/>
            <a:ext cx="6929195" cy="595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38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20E799-DC6A-BF88-7D08-30E5E4D6A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DB </a:t>
            </a:r>
            <a:r>
              <a:rPr lang="it-IT" dirty="0" err="1"/>
              <a:t>property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F53C913-F139-0EBA-0795-B613D08A7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552" y="199574"/>
            <a:ext cx="6163535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983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3ACA-E7C7-DD7F-C3F8-C9A5EF3FA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A647F-9268-8347-8989-0836986B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37995"/>
          </a:xfrm>
        </p:spPr>
        <p:txBody>
          <a:bodyPr>
            <a:normAutofit fontScale="90000"/>
          </a:bodyPr>
          <a:lstStyle/>
          <a:p>
            <a:r>
              <a:rPr lang="it-IT" dirty="0"/>
              <a:t>Double </a:t>
            </a:r>
            <a:r>
              <a:rPr lang="it-IT" dirty="0" err="1"/>
              <a:t>autentication</a:t>
            </a:r>
            <a:br>
              <a:rPr lang="it-IT" dirty="0"/>
            </a:br>
            <a:r>
              <a:rPr lang="it-IT" dirty="0"/>
              <a:t>SQL server and</a:t>
            </a:r>
            <a:br>
              <a:rPr lang="it-IT" dirty="0"/>
            </a:br>
            <a:r>
              <a:rPr lang="it-IT" dirty="0"/>
              <a:t>Windows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61B069-771F-1D0A-ED3D-7D09965B8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382" y="640080"/>
            <a:ext cx="6482538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07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D57F28-016D-3B04-9736-A2C3400A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</a:t>
            </a:r>
            <a:r>
              <a:rPr lang="it-IT" dirty="0" err="1"/>
              <a:t>if</a:t>
            </a:r>
            <a:r>
              <a:rPr lang="it-IT" dirty="0"/>
              <a:t> the connection works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C7DA2DC-2A72-422D-57D5-9D912CFD0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0" y="1497074"/>
            <a:ext cx="5196948" cy="518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0542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35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di Office</vt:lpstr>
      <vt:lpstr>SQL server configuration manager</vt:lpstr>
      <vt:lpstr>Property SQLEXPRESS</vt:lpstr>
      <vt:lpstr>Port TCP 1433</vt:lpstr>
      <vt:lpstr>Enable</vt:lpstr>
      <vt:lpstr>Reload</vt:lpstr>
      <vt:lpstr>Login </vt:lpstr>
      <vt:lpstr>New user</vt:lpstr>
      <vt:lpstr>Name Password</vt:lpstr>
      <vt:lpstr>Admin</vt:lpstr>
      <vt:lpstr>Mapping ifcSQL</vt:lpstr>
      <vt:lpstr>DB property</vt:lpstr>
      <vt:lpstr>Double autentication SQL server and Windows</vt:lpstr>
      <vt:lpstr>Test if the connection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Michele Berlato</dc:creator>
  <cp:lastModifiedBy>Michele Berlato</cp:lastModifiedBy>
  <cp:revision>1</cp:revision>
  <dcterms:created xsi:type="dcterms:W3CDTF">2026-03-05T13:50:54Z</dcterms:created>
  <dcterms:modified xsi:type="dcterms:W3CDTF">2026-03-06T16:48:27Z</dcterms:modified>
</cp:coreProperties>
</file>