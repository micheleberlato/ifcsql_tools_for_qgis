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77" r:id="rId5"/>
    <p:sldId id="278" r:id="rId6"/>
    <p:sldId id="262" r:id="rId7"/>
    <p:sldId id="27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2" d="100"/>
          <a:sy n="52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Berlato" userId="120b03b3-ae22-489b-8994-c45e84bb8844" providerId="ADAL" clId="{193C1434-B1FC-40A6-8592-28A34BE8179E}"/>
    <pc:docChg chg="delSld">
      <pc:chgData name="Michele Berlato" userId="120b03b3-ae22-489b-8994-c45e84bb8844" providerId="ADAL" clId="{193C1434-B1FC-40A6-8592-28A34BE8179E}" dt="2026-02-13T09:37:31.657" v="4" actId="47"/>
      <pc:docMkLst>
        <pc:docMk/>
      </pc:docMkLst>
    </pc:docChg>
  </pc:docChgLst>
  <pc:docChgLst>
    <pc:chgData name="Michele Berlato" userId="S::michele.berlato@studenti.unipd.it::120b03b3-ae22-489b-8994-c45e84bb8844" providerId="AD" clId="Web-{2A5EB4B8-2623-0A91-7BBB-9B47D52CBF29}"/>
    <pc:docChg chg="addSld delSld modSld sldOrd">
      <pc:chgData name="Michele Berlato" userId="S::michele.berlato@studenti.unipd.it::120b03b3-ae22-489b-8994-c45e84bb8844" providerId="AD" clId="Web-{2A5EB4B8-2623-0A91-7BBB-9B47D52CBF29}" dt="2026-02-09T11:53:29.831" v="845" actId="20577"/>
      <pc:docMkLst>
        <pc:docMk/>
      </pc:docMkLst>
      <pc:sldChg chg="modSp">
        <pc:chgData name="Michele Berlato" userId="S::michele.berlato@studenti.unipd.it::120b03b3-ae22-489b-8994-c45e84bb8844" providerId="AD" clId="Web-{2A5EB4B8-2623-0A91-7BBB-9B47D52CBF29}" dt="2026-02-09T07:38:43.314" v="6" actId="20577"/>
        <pc:sldMkLst>
          <pc:docMk/>
          <pc:sldMk cId="3962583941" sldId="256"/>
        </pc:sldMkLst>
        <pc:spChg chg="mod">
          <ac:chgData name="Michele Berlato" userId="S::michele.berlato@studenti.unipd.it::120b03b3-ae22-489b-8994-c45e84bb8844" providerId="AD" clId="Web-{2A5EB4B8-2623-0A91-7BBB-9B47D52CBF29}" dt="2026-02-09T07:38:43.314" v="6" actId="20577"/>
          <ac:spMkLst>
            <pc:docMk/>
            <pc:sldMk cId="3962583941" sldId="256"/>
            <ac:spMk id="2" creationId="{00000000-0000-0000-0000-000000000000}"/>
          </ac:spMkLst>
        </pc:spChg>
      </pc:sldChg>
      <pc:sldChg chg="addSp delSp modSp new">
        <pc:chgData name="Michele Berlato" userId="S::michele.berlato@studenti.unipd.it::120b03b3-ae22-489b-8994-c45e84bb8844" providerId="AD" clId="Web-{2A5EB4B8-2623-0A91-7BBB-9B47D52CBF29}" dt="2026-02-09T07:57:25.702" v="160" actId="20577"/>
        <pc:sldMkLst>
          <pc:docMk/>
          <pc:sldMk cId="4214172616" sldId="257"/>
        </pc:sldMkLst>
        <pc:spChg chg="mod">
          <ac:chgData name="Michele Berlato" userId="S::michele.berlato@studenti.unipd.it::120b03b3-ae22-489b-8994-c45e84bb8844" providerId="AD" clId="Web-{2A5EB4B8-2623-0A91-7BBB-9B47D52CBF29}" dt="2026-02-09T07:48:04.008" v="26" actId="20577"/>
          <ac:spMkLst>
            <pc:docMk/>
            <pc:sldMk cId="4214172616" sldId="257"/>
            <ac:spMk id="2" creationId="{580BC0BC-FCA9-9597-FCB0-3B0F697FC1EE}"/>
          </ac:spMkLst>
        </pc:spChg>
        <pc:spChg chg="mod">
          <ac:chgData name="Michele Berlato" userId="S::michele.berlato@studenti.unipd.it::120b03b3-ae22-489b-8994-c45e84bb8844" providerId="AD" clId="Web-{2A5EB4B8-2623-0A91-7BBB-9B47D52CBF29}" dt="2026-02-09T07:57:25.702" v="160" actId="20577"/>
          <ac:spMkLst>
            <pc:docMk/>
            <pc:sldMk cId="4214172616" sldId="257"/>
            <ac:spMk id="4" creationId="{B804C39B-B4D0-2BEE-72F8-F765794A9970}"/>
          </ac:spMkLst>
        </pc:spChg>
        <pc:picChg chg="add mod">
          <ac:chgData name="Michele Berlato" userId="S::michele.berlato@studenti.unipd.it::120b03b3-ae22-489b-8994-c45e84bb8844" providerId="AD" clId="Web-{2A5EB4B8-2623-0A91-7BBB-9B47D52CBF29}" dt="2026-02-09T07:51:10.230" v="87" actId="1076"/>
          <ac:picMkLst>
            <pc:docMk/>
            <pc:sldMk cId="4214172616" sldId="257"/>
            <ac:picMk id="11" creationId="{C7FA1882-C757-3A0F-12DA-EE86D6E0552C}"/>
          </ac:picMkLst>
        </pc:picChg>
      </pc:sldChg>
      <pc:sldChg chg="addSp delSp modSp new">
        <pc:chgData name="Michele Berlato" userId="S::michele.berlato@studenti.unipd.it::120b03b3-ae22-489b-8994-c45e84bb8844" providerId="AD" clId="Web-{2A5EB4B8-2623-0A91-7BBB-9B47D52CBF29}" dt="2026-02-09T08:00:05.307" v="190" actId="1076"/>
        <pc:sldMkLst>
          <pc:docMk/>
          <pc:sldMk cId="2552950040" sldId="258"/>
        </pc:sldMkLst>
        <pc:spChg chg="mod">
          <ac:chgData name="Michele Berlato" userId="S::michele.berlato@studenti.unipd.it::120b03b3-ae22-489b-8994-c45e84bb8844" providerId="AD" clId="Web-{2A5EB4B8-2623-0A91-7BBB-9B47D52CBF29}" dt="2026-02-09T07:57:17.046" v="152" actId="20577"/>
          <ac:spMkLst>
            <pc:docMk/>
            <pc:sldMk cId="2552950040" sldId="258"/>
            <ac:spMk id="2" creationId="{518EE042-EDE9-3588-4863-5C80BADBAC41}"/>
          </ac:spMkLst>
        </pc:spChg>
        <pc:spChg chg="mod">
          <ac:chgData name="Michele Berlato" userId="S::michele.berlato@studenti.unipd.it::120b03b3-ae22-489b-8994-c45e84bb8844" providerId="AD" clId="Web-{2A5EB4B8-2623-0A91-7BBB-9B47D52CBF29}" dt="2026-02-09T07:58:16.190" v="185" actId="20577"/>
          <ac:spMkLst>
            <pc:docMk/>
            <pc:sldMk cId="2552950040" sldId="258"/>
            <ac:spMk id="4" creationId="{E2F22D34-2A67-1297-A04F-095029EB780A}"/>
          </ac:spMkLst>
        </pc:spChg>
        <pc:picChg chg="add mod">
          <ac:chgData name="Michele Berlato" userId="S::michele.berlato@studenti.unipd.it::120b03b3-ae22-489b-8994-c45e84bb8844" providerId="AD" clId="Web-{2A5EB4B8-2623-0A91-7BBB-9B47D52CBF29}" dt="2026-02-09T08:00:05.307" v="190" actId="1076"/>
          <ac:picMkLst>
            <pc:docMk/>
            <pc:sldMk cId="2552950040" sldId="258"/>
            <ac:picMk id="8" creationId="{BB88B470-7324-3025-B89F-15575067B223}"/>
          </ac:picMkLst>
        </pc:picChg>
      </pc:sldChg>
      <pc:sldChg chg="addSp delSp modSp new">
        <pc:chgData name="Michele Berlato" userId="S::michele.berlato@studenti.unipd.it::120b03b3-ae22-489b-8994-c45e84bb8844" providerId="AD" clId="Web-{2A5EB4B8-2623-0A91-7BBB-9B47D52CBF29}" dt="2026-02-09T08:11:55.510" v="380" actId="1076"/>
        <pc:sldMkLst>
          <pc:docMk/>
          <pc:sldMk cId="3395742353" sldId="262"/>
        </pc:sldMkLst>
        <pc:spChg chg="mod">
          <ac:chgData name="Michele Berlato" userId="S::michele.berlato@studenti.unipd.it::120b03b3-ae22-489b-8994-c45e84bb8844" providerId="AD" clId="Web-{2A5EB4B8-2623-0A91-7BBB-9B47D52CBF29}" dt="2026-02-09T08:08:40.821" v="273" actId="20577"/>
          <ac:spMkLst>
            <pc:docMk/>
            <pc:sldMk cId="3395742353" sldId="262"/>
            <ac:spMk id="2" creationId="{EE935626-997A-DBE5-B1B2-2FFE032317A3}"/>
          </ac:spMkLst>
        </pc:spChg>
        <pc:spChg chg="mod">
          <ac:chgData name="Michele Berlato" userId="S::michele.berlato@studenti.unipd.it::120b03b3-ae22-489b-8994-c45e84bb8844" providerId="AD" clId="Web-{2A5EB4B8-2623-0A91-7BBB-9B47D52CBF29}" dt="2026-02-09T08:10:56.197" v="368" actId="20577"/>
          <ac:spMkLst>
            <pc:docMk/>
            <pc:sldMk cId="3395742353" sldId="262"/>
            <ac:spMk id="4" creationId="{BEFE69E9-F9C1-3F48-0991-D13560859299}"/>
          </ac:spMkLst>
        </pc:spChg>
        <pc:picChg chg="add mod">
          <ac:chgData name="Michele Berlato" userId="S::michele.berlato@studenti.unipd.it::120b03b3-ae22-489b-8994-c45e84bb8844" providerId="AD" clId="Web-{2A5EB4B8-2623-0A91-7BBB-9B47D52CBF29}" dt="2026-02-09T08:11:55.510" v="380" actId="1076"/>
          <ac:picMkLst>
            <pc:docMk/>
            <pc:sldMk cId="3395742353" sldId="262"/>
            <ac:picMk id="5" creationId="{AAC8D775-BA66-4930-0256-2C3322949E95}"/>
          </ac:picMkLst>
        </pc:picChg>
        <pc:picChg chg="add mod">
          <ac:chgData name="Michele Berlato" userId="S::michele.berlato@studenti.unipd.it::120b03b3-ae22-489b-8994-c45e84bb8844" providerId="AD" clId="Web-{2A5EB4B8-2623-0A91-7BBB-9B47D52CBF29}" dt="2026-02-09T08:11:53.948" v="379" actId="1076"/>
          <ac:picMkLst>
            <pc:docMk/>
            <pc:sldMk cId="3395742353" sldId="262"/>
            <ac:picMk id="6" creationId="{74848429-5FB2-B15F-5A06-793E0EC7C947}"/>
          </ac:picMkLst>
        </pc:picChg>
      </pc:sldChg>
    </pc:docChg>
  </pc:docChgLst>
  <pc:docChgLst>
    <pc:chgData name="Michele Berlato" userId="120b03b3-ae22-489b-8994-c45e84bb8844" providerId="ADAL" clId="{D5497EAD-D908-4716-9203-39B0B4C25778}"/>
    <pc:docChg chg="modSld">
      <pc:chgData name="Michele Berlato" userId="120b03b3-ae22-489b-8994-c45e84bb8844" providerId="ADAL" clId="{D5497EAD-D908-4716-9203-39B0B4C25778}" dt="2026-03-11T17:31:40.744" v="7" actId="20577"/>
      <pc:docMkLst>
        <pc:docMk/>
      </pc:docMkLst>
      <pc:sldChg chg="modSp mod">
        <pc:chgData name="Michele Berlato" userId="120b03b3-ae22-489b-8994-c45e84bb8844" providerId="ADAL" clId="{D5497EAD-D908-4716-9203-39B0B4C25778}" dt="2026-03-11T17:31:40.744" v="7" actId="20577"/>
        <pc:sldMkLst>
          <pc:docMk/>
          <pc:sldMk cId="4214172616" sldId="257"/>
        </pc:sldMkLst>
        <pc:spChg chg="mod">
          <ac:chgData name="Michele Berlato" userId="120b03b3-ae22-489b-8994-c45e84bb8844" providerId="ADAL" clId="{D5497EAD-D908-4716-9203-39B0B4C25778}" dt="2026-03-11T17:31:40.744" v="7" actId="20577"/>
          <ac:spMkLst>
            <pc:docMk/>
            <pc:sldMk cId="4214172616" sldId="257"/>
            <ac:spMk id="4" creationId="{B804C39B-B4D0-2BEE-72F8-F765794A9970}"/>
          </ac:spMkLst>
        </pc:spChg>
      </pc:sldChg>
      <pc:sldChg chg="modSp">
        <pc:chgData name="Michele Berlato" userId="120b03b3-ae22-489b-8994-c45e84bb8844" providerId="ADAL" clId="{D5497EAD-D908-4716-9203-39B0B4C25778}" dt="2026-03-04T09:48:35.148" v="2"/>
        <pc:sldMkLst>
          <pc:docMk/>
          <pc:sldMk cId="2552950040" sldId="258"/>
        </pc:sldMkLst>
        <pc:spChg chg="mod">
          <ac:chgData name="Michele Berlato" userId="120b03b3-ae22-489b-8994-c45e84bb8844" providerId="ADAL" clId="{D5497EAD-D908-4716-9203-39B0B4C25778}" dt="2026-03-04T09:48:35.148" v="2"/>
          <ac:spMkLst>
            <pc:docMk/>
            <pc:sldMk cId="2552950040" sldId="258"/>
            <ac:spMk id="4" creationId="{E2F22D34-2A67-1297-A04F-095029EB78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BD923-F5E2-4CB8-BC45-18735B319539}" type="datetimeFigureOut">
              <a:t>11/03/2026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5551D-5195-4FAC-B4B5-5A97F49FAB3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853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it-it/ssms/release-notes-20" TargetMode="External"/><Relationship Id="rId2" Type="http://schemas.openxmlformats.org/officeDocument/2006/relationships/hyperlink" Target="https://www.microsoft.com/it-it/download/details.aspx?id=104781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enterprisedb.com/downloads/postgres-postgresql-downloads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5400" dirty="0"/>
              <a:t>Start </a:t>
            </a:r>
            <a:r>
              <a:rPr lang="de-DE" sz="5400" dirty="0" err="1"/>
              <a:t>with</a:t>
            </a:r>
            <a:r>
              <a:rPr lang="de-DE" sz="5400" dirty="0"/>
              <a:t> </a:t>
            </a:r>
            <a:r>
              <a:rPr lang="de-DE" sz="5400" dirty="0" err="1"/>
              <a:t>ifcSQL_Tools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0BC0BC-FCA9-9597-FCB0-3B0F697F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991428" cy="681135"/>
          </a:xfrm>
        </p:spPr>
        <p:txBody>
          <a:bodyPr>
            <a:noAutofit/>
          </a:bodyPr>
          <a:lstStyle/>
          <a:p>
            <a:r>
              <a:rPr lang="it-IT" sz="2800" dirty="0"/>
              <a:t>Microsoft SQL server (MSSQL) and SQL Server Management Studio (SSMS)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804C39B-B4D0-2BEE-72F8-F765794A9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Download and </a:t>
            </a:r>
            <a:r>
              <a:rPr lang="it-IT" dirty="0" err="1"/>
              <a:t>install</a:t>
            </a:r>
            <a:r>
              <a:rPr lang="it-IT" dirty="0"/>
              <a:t>:</a:t>
            </a:r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Microsoft SQL Server </a:t>
            </a:r>
            <a:r>
              <a:rPr lang="it-IT"/>
              <a:t>Express 22  </a:t>
            </a:r>
            <a:r>
              <a:rPr lang="it-IT" i="1"/>
              <a:t> </a:t>
            </a:r>
            <a:r>
              <a:rPr lang="it-IT" i="1" dirty="0"/>
              <a:t>(</a:t>
            </a:r>
            <a:r>
              <a:rPr lang="it-IT" i="1" dirty="0">
                <a:hlinkClick r:id="rId2"/>
              </a:rPr>
              <a:t>https://www.microsoft.com/</a:t>
            </a:r>
            <a:r>
              <a:rPr lang="it-IT" i="1" dirty="0" err="1">
                <a:hlinkClick r:id="rId2"/>
              </a:rPr>
              <a:t>it-it</a:t>
            </a:r>
            <a:r>
              <a:rPr lang="it-IT" i="1" dirty="0">
                <a:hlinkClick r:id="rId2"/>
              </a:rPr>
              <a:t>/download/</a:t>
            </a:r>
            <a:r>
              <a:rPr lang="it-IT" i="1" dirty="0" err="1">
                <a:hlinkClick r:id="rId2"/>
              </a:rPr>
              <a:t>details.aspx?id</a:t>
            </a:r>
            <a:r>
              <a:rPr lang="it-IT" i="1" dirty="0">
                <a:hlinkClick r:id="rId2"/>
              </a:rPr>
              <a:t>=104781</a:t>
            </a:r>
            <a:r>
              <a:rPr lang="it-IT" i="1" dirty="0"/>
              <a:t>)</a:t>
            </a:r>
          </a:p>
          <a:p>
            <a:pPr marL="285750" indent="-285750">
              <a:buFontTx/>
              <a:buChar char="-"/>
            </a:pP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SQL Server Management Studio 20 </a:t>
            </a:r>
            <a:r>
              <a:rPr lang="it-IT" i="1" dirty="0"/>
              <a:t>(</a:t>
            </a:r>
            <a:r>
              <a:rPr lang="it-IT" i="1" dirty="0">
                <a:hlinkClick r:id="rId3"/>
              </a:rPr>
              <a:t>https://learn.microsoft.com/</a:t>
            </a:r>
            <a:r>
              <a:rPr lang="it-IT" i="1" dirty="0" err="1">
                <a:hlinkClick r:id="rId3"/>
              </a:rPr>
              <a:t>it-it</a:t>
            </a:r>
            <a:r>
              <a:rPr lang="it-IT" i="1" dirty="0">
                <a:hlinkClick r:id="rId3"/>
              </a:rPr>
              <a:t>/</a:t>
            </a:r>
            <a:r>
              <a:rPr lang="it-IT" i="1" dirty="0" err="1">
                <a:hlinkClick r:id="rId3"/>
              </a:rPr>
              <a:t>ssms</a:t>
            </a:r>
            <a:r>
              <a:rPr lang="it-IT" i="1" dirty="0">
                <a:hlinkClick r:id="rId3"/>
              </a:rPr>
              <a:t>/release-notes-20</a:t>
            </a:r>
            <a:r>
              <a:rPr lang="it-IT" i="1" dirty="0"/>
              <a:t>)</a:t>
            </a:r>
          </a:p>
          <a:p>
            <a:endParaRPr lang="it-IT" i="1" dirty="0"/>
          </a:p>
        </p:txBody>
      </p:sp>
      <p:pic>
        <p:nvPicPr>
          <p:cNvPr id="11" name="Immagine 10" descr="Immagine che contiene testo, elettronica, schermat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C7FA1882-C757-3A0F-12DA-EE86D6E05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682" y="2325440"/>
            <a:ext cx="6096001" cy="327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7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8EE042-EDE9-3588-4863-5C80BADB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PostgreSQL</a:t>
            </a:r>
            <a:r>
              <a:rPr lang="it-IT" dirty="0"/>
              <a:t> + </a:t>
            </a:r>
            <a:r>
              <a:rPr lang="it-IT" dirty="0" err="1"/>
              <a:t>pgadmin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2F22D34-2A67-1297-A04F-095029EB7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Download and </a:t>
            </a:r>
            <a:r>
              <a:rPr lang="it-IT" dirty="0" err="1"/>
              <a:t>install</a:t>
            </a:r>
            <a:r>
              <a:rPr lang="it-IT" dirty="0"/>
              <a:t>:</a:t>
            </a:r>
          </a:p>
          <a:p>
            <a:r>
              <a:rPr lang="it-IT" dirty="0"/>
              <a:t>- </a:t>
            </a:r>
            <a:r>
              <a:rPr lang="it-IT" dirty="0" err="1"/>
              <a:t>PostgreSQL</a:t>
            </a:r>
            <a:r>
              <a:rPr lang="it-IT" dirty="0"/>
              <a:t> 16 </a:t>
            </a:r>
          </a:p>
          <a:p>
            <a:r>
              <a:rPr lang="it-IT" dirty="0"/>
              <a:t>- </a:t>
            </a:r>
            <a:r>
              <a:rPr lang="it-IT" dirty="0" err="1"/>
              <a:t>Pgadmin</a:t>
            </a:r>
            <a:endParaRPr lang="it-IT" dirty="0"/>
          </a:p>
          <a:p>
            <a:r>
              <a:rPr lang="it-IT" dirty="0"/>
              <a:t>- </a:t>
            </a:r>
            <a:r>
              <a:rPr lang="it-IT" dirty="0" err="1"/>
              <a:t>PostGIS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i="1" dirty="0"/>
              <a:t>Download and </a:t>
            </a:r>
            <a:r>
              <a:rPr lang="it-IT" i="1" dirty="0" err="1"/>
              <a:t>install</a:t>
            </a:r>
            <a:r>
              <a:rPr lang="it-IT" i="1" dirty="0"/>
              <a:t> </a:t>
            </a:r>
            <a:r>
              <a:rPr lang="it-IT" i="1" dirty="0" err="1"/>
              <a:t>everthing</a:t>
            </a:r>
            <a:r>
              <a:rPr lang="it-IT" i="1" dirty="0"/>
              <a:t> </a:t>
            </a:r>
            <a:r>
              <a:rPr lang="it-IT" i="1" dirty="0" err="1"/>
              <a:t>together</a:t>
            </a:r>
            <a:r>
              <a:rPr lang="it-IT" i="1" dirty="0"/>
              <a:t>:</a:t>
            </a:r>
          </a:p>
          <a:p>
            <a:r>
              <a:rPr lang="it-IT" i="1" dirty="0">
                <a:hlinkClick r:id="rId2"/>
              </a:rPr>
              <a:t>https://www.enterprisedb.com/downloads/postgres-postgresql-downloads</a:t>
            </a:r>
            <a:endParaRPr lang="it-IT" i="1" dirty="0"/>
          </a:p>
          <a:p>
            <a:endParaRPr lang="it-IT" i="1" dirty="0"/>
          </a:p>
          <a:p>
            <a:endParaRPr lang="it-IT" dirty="0"/>
          </a:p>
        </p:txBody>
      </p:sp>
      <p:pic>
        <p:nvPicPr>
          <p:cNvPr id="8" name="Immagine 7" descr="Immagine che contiene testo, schermata, schermo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BB88B470-7324-3025-B89F-15575067B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091" y="464676"/>
            <a:ext cx="6378110" cy="275351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CB2176F-AF2A-0FCC-9642-67322E2C2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967" y="4127864"/>
            <a:ext cx="3272803" cy="22654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1C06503-EF74-106C-796D-D619ECCC8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989" y="4127864"/>
            <a:ext cx="3301468" cy="226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5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A0A72-2C12-2191-BA82-F5A9A677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767643" cy="530225"/>
          </a:xfrm>
        </p:spPr>
        <p:txBody>
          <a:bodyPr>
            <a:normAutofit fontScale="90000"/>
          </a:bodyPr>
          <a:lstStyle/>
          <a:p>
            <a:r>
              <a:rPr lang="it-IT" dirty="0"/>
              <a:t>1.ifcSQL_Installation_MSSQL.bat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8420FE2-002A-326C-7D0C-E81EC75F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Use the «</a:t>
            </a:r>
            <a:r>
              <a:rPr lang="it-IT" dirty="0" err="1"/>
              <a:t>ifcSQL_Installation_MSSQL</a:t>
            </a:r>
            <a:r>
              <a:rPr lang="it-IT" dirty="0"/>
              <a:t>» to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dirty="0" err="1"/>
              <a:t>ifcSQL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MSSQL</a:t>
            </a:r>
          </a:p>
          <a:p>
            <a:endParaRPr lang="it-IT" dirty="0"/>
          </a:p>
          <a:p>
            <a:r>
              <a:rPr lang="it-IT" b="1" dirty="0"/>
              <a:t>Press a </a:t>
            </a:r>
            <a:r>
              <a:rPr lang="en-US" b="1" dirty="0"/>
              <a:t>key until the process is finish</a:t>
            </a:r>
          </a:p>
          <a:p>
            <a:endParaRPr lang="en-US" dirty="0"/>
          </a:p>
          <a:p>
            <a:r>
              <a:rPr lang="en-US" dirty="0"/>
              <a:t>The process may take some minutes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5D5BD0B-8EE4-968E-DAA4-72E0BA8C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31" y="590383"/>
            <a:ext cx="4843128" cy="23972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142DA6B-C263-635C-2725-AE8D6DC90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054" y="3303850"/>
            <a:ext cx="4365846" cy="319215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951A14C-D8D4-E457-DE9A-7D770961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712" y="3303850"/>
            <a:ext cx="2271058" cy="319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0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20033A-05B9-73FB-663D-93027BD2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806780" cy="661737"/>
          </a:xfrm>
        </p:spPr>
        <p:txBody>
          <a:bodyPr/>
          <a:lstStyle/>
          <a:p>
            <a:r>
              <a:rPr lang="it-IT" dirty="0"/>
              <a:t>Database </a:t>
            </a:r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8902A30-B2D2-1BE9-BBBB-FEF98114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04" y="1499941"/>
            <a:ext cx="9484895" cy="490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23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935626-997A-DBE5-B1B2-2FFE0323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297612" cy="711200"/>
          </a:xfrm>
        </p:spPr>
        <p:txBody>
          <a:bodyPr>
            <a:normAutofit/>
          </a:bodyPr>
          <a:lstStyle/>
          <a:p>
            <a:r>
              <a:rPr lang="it-IT" dirty="0"/>
              <a:t>Create a USER in MSSQL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FE69E9-F9C1-3F48-0991-D13560859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ea typeface="+mn-lt"/>
                <a:cs typeface="+mn-lt"/>
              </a:rPr>
              <a:t>Follow the «2.Create a user in MSSQL» </a:t>
            </a:r>
            <a:r>
              <a:rPr lang="it-IT" dirty="0" err="1">
                <a:ea typeface="+mn-lt"/>
                <a:cs typeface="+mn-lt"/>
              </a:rPr>
              <a:t>guideline</a:t>
            </a:r>
            <a:r>
              <a:rPr lang="it-IT" dirty="0">
                <a:ea typeface="+mn-lt"/>
                <a:cs typeface="+mn-lt"/>
              </a:rPr>
              <a:t>.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 err="1"/>
              <a:t>Summary</a:t>
            </a:r>
            <a:r>
              <a:rPr lang="it-IT" dirty="0"/>
              <a:t> of the step:</a:t>
            </a:r>
            <a:br>
              <a:rPr lang="it-IT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Create an MSSQL user with SQL server authentication and password.</a:t>
            </a:r>
          </a:p>
          <a:p>
            <a:pPr marL="285750" indent="-285750">
              <a:buFontTx/>
              <a:buChar char="-"/>
            </a:pPr>
            <a:r>
              <a:rPr lang="en-US" dirty="0"/>
              <a:t>Give the user administrator privileges.</a:t>
            </a:r>
          </a:p>
          <a:p>
            <a:pPr marL="285750" indent="-285750">
              <a:buFontTx/>
              <a:buChar char="-"/>
            </a:pPr>
            <a:r>
              <a:rPr lang="en-US" dirty="0"/>
              <a:t>Set up access with mixed authentication (SQL server + Windows).</a:t>
            </a:r>
          </a:p>
          <a:p>
            <a:pPr marL="285750" indent="-285750">
              <a:buFontTx/>
              <a:buChar char="-"/>
            </a:pPr>
            <a:r>
              <a:rPr lang="en-US" dirty="0"/>
              <a:t>Verify that the user can log in to MSSQL.</a:t>
            </a:r>
            <a:endParaRPr lang="it-IT" dirty="0"/>
          </a:p>
        </p:txBody>
      </p:sp>
      <p:pic>
        <p:nvPicPr>
          <p:cNvPr id="5" name="Immagine 4" descr="Immagine che contiene testo, schermata, software, Icona del computer&#10;&#10;Il contenuto generato dall&amp;#39;IA potrebbe non essere corretto.">
            <a:extLst>
              <a:ext uri="{FF2B5EF4-FFF2-40B4-BE49-F238E27FC236}">
                <a16:creationId xmlns:a16="http://schemas.microsoft.com/office/drawing/2014/main" id="{AAC8D775-BA66-4930-0256-2C332294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841" y="1168400"/>
            <a:ext cx="5272595" cy="3379305"/>
          </a:xfrm>
          <a:prstGeom prst="rect">
            <a:avLst/>
          </a:prstGeom>
        </p:spPr>
      </p:pic>
      <p:pic>
        <p:nvPicPr>
          <p:cNvPr id="6" name="Immagine 5" descr="Immagine che contiene testo, schermata, software, Icona del computer&#10;&#10;Il contenuto generato dall&amp;#39;IA potrebbe non essere corretto.">
            <a:extLst>
              <a:ext uri="{FF2B5EF4-FFF2-40B4-BE49-F238E27FC236}">
                <a16:creationId xmlns:a16="http://schemas.microsoft.com/office/drawing/2014/main" id="{74848429-5FB2-B15F-5A06-793E0EC7C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09234"/>
            <a:ext cx="5738031" cy="319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4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CDCDDA-93B1-3393-F27E-23AC68F1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593012" cy="660400"/>
          </a:xfrm>
        </p:spPr>
        <p:txBody>
          <a:bodyPr/>
          <a:lstStyle/>
          <a:p>
            <a:r>
              <a:rPr lang="it-IT" dirty="0"/>
              <a:t>3.ifcSQL_Installation_PostgreSQL.bat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09D44C7-8A05-345B-F4CF-BC6008190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25912" cy="3811588"/>
          </a:xfrm>
        </p:spPr>
        <p:txBody>
          <a:bodyPr/>
          <a:lstStyle/>
          <a:p>
            <a:r>
              <a:rPr lang="it-IT" dirty="0"/>
              <a:t>Use the «3.ifcSQL_Installation_PostgreSQL» to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dirty="0" err="1"/>
              <a:t>ifcSQL</a:t>
            </a:r>
            <a:r>
              <a:rPr lang="it-IT" dirty="0"/>
              <a:t> in </a:t>
            </a:r>
            <a:r>
              <a:rPr lang="it-IT" dirty="0" err="1"/>
              <a:t>PostgreSQL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Follow the </a:t>
            </a:r>
            <a:r>
              <a:rPr lang="it-IT" dirty="0" err="1"/>
              <a:t>instruction</a:t>
            </a:r>
            <a:r>
              <a:rPr lang="it-IT" dirty="0"/>
              <a:t> in the </a:t>
            </a:r>
            <a:r>
              <a:rPr lang="it-IT" dirty="0" err="1"/>
              <a:t>bat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9657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236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di Office</vt:lpstr>
      <vt:lpstr>Start with ifcSQL_Tools</vt:lpstr>
      <vt:lpstr>Microsoft SQL server (MSSQL) and SQL Server Management Studio (SSMS)</vt:lpstr>
      <vt:lpstr>PostgreSQL + pgadmin</vt:lpstr>
      <vt:lpstr>1.ifcSQL_Installation_MSSQL.bat</vt:lpstr>
      <vt:lpstr>Database generated successfully</vt:lpstr>
      <vt:lpstr>Create a USER in MSSQL</vt:lpstr>
      <vt:lpstr>3.ifcSQL_Installation_PostgreSQL.bat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Michele Berlato</cp:lastModifiedBy>
  <cp:revision>250</cp:revision>
  <dcterms:created xsi:type="dcterms:W3CDTF">2026-02-09T07:38:09Z</dcterms:created>
  <dcterms:modified xsi:type="dcterms:W3CDTF">2026-03-11T17:31:49Z</dcterms:modified>
</cp:coreProperties>
</file>